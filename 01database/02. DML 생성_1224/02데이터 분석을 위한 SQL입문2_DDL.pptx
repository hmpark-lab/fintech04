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27D8C8D-6B63-444A-A912-C9907D1FBD4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C12EACF-DAE2-4021-AB7A-E008E5C118AC}" styleName="Table_0">
    <a:wholeTbl>
      <a:tcTxStyle b="off" i="off">
        <a:font>
          <a:latin typeface="Tahoma"/>
          <a:ea typeface="Tahoma"/>
          <a:cs typeface="Tahom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e7e3e6"/>
          </a:solidFill>
        </a:fill>
      </a:tcStyle>
    </a:wholeTbl>
    <a:band1H>
      <a:tcTxStyle b="off" i="off"/>
      <a:tcStyle>
        <a:tcBdr/>
        <a:fill>
          <a:solidFill>
            <a:srgbClr val="d0c7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c7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Tahoma"/>
          <a:ea typeface="Tahoma"/>
          <a:cs typeface="Tahom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ahoma"/>
          <a:ea typeface="Tahoma"/>
          <a:cs typeface="Tahom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ahoma"/>
          <a:ea typeface="Tahoma"/>
          <a:cs typeface="Tahom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3"/>
        <p:guide pos="38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showMasterSp="0" type="title">
  <p:cSld name="TITLE">
    <p:bg>
      <p:bgPr>
        <a:gradFill>
          <a:gsLst>
            <a:gs pos="0">
              <a:srgbClr val="E0D5DE"/>
            </a:gs>
            <a:gs pos="100000">
              <a:srgbClr val="7C747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/>
          <p:nvPr/>
        </p:nvSpPr>
        <p:spPr>
          <a:xfrm>
            <a:off x="0" y="0"/>
            <a:ext cx="12191999" cy="4143380"/>
          </a:xfrm>
          <a:prstGeom prst="rect">
            <a:avLst/>
          </a:prstGeom>
          <a:solidFill>
            <a:srgbClr val="4B3C48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" name="Google Shape;30;p19"/>
          <p:cNvGrpSpPr/>
          <p:nvPr/>
        </p:nvGrpSpPr>
        <p:grpSpPr>
          <a:xfrm>
            <a:off x="0" y="6248400"/>
            <a:ext cx="12191999" cy="609600"/>
            <a:chOff x="0" y="6248400"/>
            <a:chExt cx="9144000" cy="609600"/>
          </a:xfrm>
        </p:grpSpPr>
        <p:sp>
          <p:nvSpPr>
            <p:cNvPr id="31" name="Google Shape;31;p19"/>
            <p:cNvSpPr/>
            <p:nvPr/>
          </p:nvSpPr>
          <p:spPr>
            <a:xfrm>
              <a:off x="2786743" y="6248400"/>
              <a:ext cx="6357257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9"/>
            <p:cNvSpPr/>
            <p:nvPr/>
          </p:nvSpPr>
          <p:spPr>
            <a:xfrm>
              <a:off x="0" y="6248400"/>
              <a:ext cx="1066800" cy="609600"/>
            </a:xfrm>
            <a:prstGeom prst="rect">
              <a:avLst/>
            </a:prstGeom>
            <a:solidFill>
              <a:srgbClr val="A28B9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" name="Google Shape;33;p19"/>
            <p:cNvSpPr/>
            <p:nvPr/>
          </p:nvSpPr>
          <p:spPr>
            <a:xfrm>
              <a:off x="990600" y="6248400"/>
              <a:ext cx="875145" cy="609600"/>
            </a:xfrm>
            <a:prstGeom prst="rect">
              <a:avLst/>
            </a:prstGeom>
            <a:solidFill>
              <a:srgbClr val="E9BEB1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" name="Google Shape;34;p19"/>
            <p:cNvSpPr/>
            <p:nvPr/>
          </p:nvSpPr>
          <p:spPr>
            <a:xfrm>
              <a:off x="1701799" y="6248400"/>
              <a:ext cx="1281546" cy="6096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5" name="Google Shape;35;p19"/>
          <p:cNvSpPr/>
          <p:nvPr/>
        </p:nvSpPr>
        <p:spPr>
          <a:xfrm>
            <a:off x="0" y="4038600"/>
            <a:ext cx="12191999" cy="101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" name="Google Shape;36;p19"/>
          <p:cNvSpPr/>
          <p:nvPr/>
        </p:nvSpPr>
        <p:spPr>
          <a:xfrm>
            <a:off x="0" y="4019549"/>
            <a:ext cx="12191999" cy="18000"/>
          </a:xfrm>
          <a:prstGeom prst="rect">
            <a:avLst/>
          </a:prstGeom>
          <a:solidFill>
            <a:srgbClr val="B54F3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19"/>
          <p:cNvSpPr txBox="1"/>
          <p:nvPr>
            <p:ph type="ctrTitle"/>
          </p:nvPr>
        </p:nvSpPr>
        <p:spPr>
          <a:xfrm>
            <a:off x="914399" y="1857364"/>
            <a:ext cx="10363199" cy="1112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subTitle"/>
          </p:nvPr>
        </p:nvSpPr>
        <p:spPr>
          <a:xfrm>
            <a:off x="1828799" y="3011258"/>
            <a:ext cx="8534399" cy="51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2160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SzPts val="1600"/>
              <a:buNone/>
              <a:defRPr>
                <a:solidFill>
                  <a:srgbClr val="8A8A8A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A8A8A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A8A8A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A8A8A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A8A8A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A8A8A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A8A8A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A8A8A"/>
                </a:solidFill>
              </a:defRPr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609599" y="1285860"/>
            <a:ext cx="10972799" cy="491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SzPts val="162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●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빈 화면" type="blank">
  <p:cSld name="BLANK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1C3C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1C3C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1C3C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1C3C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1C3C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1C3C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1C3C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1C3C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1C3C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1C3C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1C3C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52" name="Google Shape;52;p21"/>
          <p:cNvGrpSpPr/>
          <p:nvPr/>
        </p:nvGrpSpPr>
        <p:grpSpPr>
          <a:xfrm>
            <a:off x="11971865" y="1050"/>
            <a:ext cx="220134" cy="6858000"/>
            <a:chOff x="8978900" y="-18000"/>
            <a:chExt cx="165101" cy="6875999"/>
          </a:xfrm>
        </p:grpSpPr>
        <p:sp>
          <p:nvSpPr>
            <p:cNvPr id="53" name="Google Shape;53;p21"/>
            <p:cNvSpPr/>
            <p:nvPr/>
          </p:nvSpPr>
          <p:spPr>
            <a:xfrm rot="-5400000">
              <a:off x="8923657" y="4618267"/>
              <a:ext cx="275586" cy="1651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" name="Google Shape;54;p21"/>
            <p:cNvSpPr/>
            <p:nvPr/>
          </p:nvSpPr>
          <p:spPr>
            <a:xfrm rot="-5400000">
              <a:off x="6671221" y="2289679"/>
              <a:ext cx="4780457" cy="165100"/>
            </a:xfrm>
            <a:prstGeom prst="rect">
              <a:avLst/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" name="Google Shape;55;p21"/>
            <p:cNvSpPr/>
            <p:nvPr/>
          </p:nvSpPr>
          <p:spPr>
            <a:xfrm rot="-5400000">
              <a:off x="8660350" y="6374350"/>
              <a:ext cx="802200" cy="16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" name="Google Shape;56;p21"/>
            <p:cNvSpPr/>
            <p:nvPr/>
          </p:nvSpPr>
          <p:spPr>
            <a:xfrm rot="-5400000">
              <a:off x="8732409" y="5701509"/>
              <a:ext cx="658081" cy="1651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" name="Google Shape;57;p21"/>
            <p:cNvSpPr/>
            <p:nvPr/>
          </p:nvSpPr>
          <p:spPr>
            <a:xfrm rot="-5400000">
              <a:off x="8579609" y="5013910"/>
              <a:ext cx="963682" cy="165100"/>
            </a:xfrm>
            <a:prstGeom prst="rect">
              <a:avLst/>
            </a:prstGeom>
            <a:solidFill>
              <a:srgbClr val="E5AD9C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8" name="Google Shape;58;p21"/>
          <p:cNvGrpSpPr/>
          <p:nvPr/>
        </p:nvGrpSpPr>
        <p:grpSpPr>
          <a:xfrm>
            <a:off x="-1" y="1050"/>
            <a:ext cx="220134" cy="6858000"/>
            <a:chOff x="-1" y="-18000"/>
            <a:chExt cx="165101" cy="6875999"/>
          </a:xfrm>
        </p:grpSpPr>
        <p:sp>
          <p:nvSpPr>
            <p:cNvPr id="59" name="Google Shape;59;p21"/>
            <p:cNvSpPr/>
            <p:nvPr/>
          </p:nvSpPr>
          <p:spPr>
            <a:xfrm rot="5400000">
              <a:off x="-55243" y="2056633"/>
              <a:ext cx="275586" cy="1651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21"/>
            <p:cNvSpPr/>
            <p:nvPr/>
          </p:nvSpPr>
          <p:spPr>
            <a:xfrm rot="5400000">
              <a:off x="-2307679" y="4385221"/>
              <a:ext cx="4780457" cy="165100"/>
            </a:xfrm>
            <a:prstGeom prst="rect">
              <a:avLst/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21"/>
            <p:cNvSpPr/>
            <p:nvPr/>
          </p:nvSpPr>
          <p:spPr>
            <a:xfrm rot="5400000">
              <a:off x="-318550" y="300550"/>
              <a:ext cx="802200" cy="16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" name="Google Shape;62;p21"/>
            <p:cNvSpPr/>
            <p:nvPr/>
          </p:nvSpPr>
          <p:spPr>
            <a:xfrm rot="5400000">
              <a:off x="-246491" y="973391"/>
              <a:ext cx="658081" cy="1651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21"/>
            <p:cNvSpPr/>
            <p:nvPr/>
          </p:nvSpPr>
          <p:spPr>
            <a:xfrm rot="5400000">
              <a:off x="-399291" y="1660990"/>
              <a:ext cx="963682" cy="165100"/>
            </a:xfrm>
            <a:prstGeom prst="rect">
              <a:avLst/>
            </a:prstGeom>
            <a:solidFill>
              <a:srgbClr val="E5AD9C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>
  <p:cSld name="SECTION_HEADER">
    <p:bg>
      <p:bgPr shadeToTitle="0">
        <a:gradFill>
          <a:gsLst>
            <a:gs pos="0">
              <a:srgbClr val="e0d5de"/>
            </a:gs>
            <a:gs pos="100000">
              <a:srgbClr val="7c747a"/>
            </a:gs>
          </a:gsLst>
          <a:path path="circle">
            <a:fillToRect l="50000" t="50000" r="50000" b="50000"/>
          </a:path>
          <a:tileRect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22"/>
          <p:cNvGrpSpPr/>
          <p:nvPr/>
        </p:nvGrpSpPr>
        <p:grpSpPr>
          <a:xfrm>
            <a:off x="0" y="6248400"/>
            <a:ext cx="12191999" cy="609600"/>
            <a:chOff x="0" y="6248400"/>
            <a:chExt cx="9144000" cy="609600"/>
          </a:xfrm>
        </p:grpSpPr>
        <p:sp>
          <p:nvSpPr>
            <p:cNvPr id="66" name="Google Shape;66;p22"/>
            <p:cNvSpPr/>
            <p:nvPr/>
          </p:nvSpPr>
          <p:spPr>
            <a:xfrm>
              <a:off x="2685472" y="6248400"/>
              <a:ext cx="366486" cy="6096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" name="Google Shape;67;p22"/>
            <p:cNvSpPr/>
            <p:nvPr/>
          </p:nvSpPr>
          <p:spPr>
            <a:xfrm>
              <a:off x="2786743" y="6248400"/>
              <a:ext cx="6357257" cy="609600"/>
            </a:xfrm>
            <a:prstGeom prst="rect">
              <a:avLst/>
            </a:prstGeom>
            <a:solidFill>
              <a:srgbClr val="42363F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8" name="Google Shape;68;p22"/>
            <p:cNvSpPr/>
            <p:nvPr/>
          </p:nvSpPr>
          <p:spPr>
            <a:xfrm>
              <a:off x="0" y="6248400"/>
              <a:ext cx="1066800" cy="609600"/>
            </a:xfrm>
            <a:prstGeom prst="rect">
              <a:avLst/>
            </a:prstGeom>
            <a:solidFill>
              <a:srgbClr val="A28B9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22"/>
            <p:cNvSpPr/>
            <p:nvPr/>
          </p:nvSpPr>
          <p:spPr>
            <a:xfrm>
              <a:off x="990600" y="6248400"/>
              <a:ext cx="875145" cy="609600"/>
            </a:xfrm>
            <a:prstGeom prst="rect">
              <a:avLst/>
            </a:prstGeom>
            <a:solidFill>
              <a:srgbClr val="E9BEB1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22"/>
            <p:cNvSpPr/>
            <p:nvPr/>
          </p:nvSpPr>
          <p:spPr>
            <a:xfrm>
              <a:off x="1701799" y="6248400"/>
              <a:ext cx="1281546" cy="6096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1" name="Google Shape;71;p22"/>
          <p:cNvGrpSpPr/>
          <p:nvPr/>
        </p:nvGrpSpPr>
        <p:grpSpPr>
          <a:xfrm>
            <a:off x="0" y="0"/>
            <a:ext cx="12191999" cy="165100"/>
            <a:chOff x="0" y="0"/>
            <a:chExt cx="9144000" cy="165100"/>
          </a:xfrm>
        </p:grpSpPr>
        <p:sp>
          <p:nvSpPr>
            <p:cNvPr id="72" name="Google Shape;72;p22"/>
            <p:cNvSpPr/>
            <p:nvPr/>
          </p:nvSpPr>
          <p:spPr>
            <a:xfrm rot="10800000">
              <a:off x="6092042" y="0"/>
              <a:ext cx="366486" cy="1651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22"/>
            <p:cNvSpPr/>
            <p:nvPr/>
          </p:nvSpPr>
          <p:spPr>
            <a:xfrm rot="10800000">
              <a:off x="0" y="0"/>
              <a:ext cx="6357257" cy="165100"/>
            </a:xfrm>
            <a:prstGeom prst="rect">
              <a:avLst/>
            </a:prstGeom>
            <a:solidFill>
              <a:srgbClr val="42363F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4" name="Google Shape;74;p22"/>
            <p:cNvSpPr/>
            <p:nvPr/>
          </p:nvSpPr>
          <p:spPr>
            <a:xfrm rot="10800000">
              <a:off x="8077200" y="0"/>
              <a:ext cx="1066800" cy="165100"/>
            </a:xfrm>
            <a:prstGeom prst="rect">
              <a:avLst/>
            </a:prstGeom>
            <a:solidFill>
              <a:srgbClr val="A28B9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5" name="Google Shape;75;p22"/>
            <p:cNvSpPr/>
            <p:nvPr/>
          </p:nvSpPr>
          <p:spPr>
            <a:xfrm rot="10800000">
              <a:off x="7278255" y="0"/>
              <a:ext cx="875145" cy="165100"/>
            </a:xfrm>
            <a:prstGeom prst="rect">
              <a:avLst/>
            </a:prstGeom>
            <a:solidFill>
              <a:srgbClr val="E9BEB1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22"/>
            <p:cNvSpPr/>
            <p:nvPr/>
          </p:nvSpPr>
          <p:spPr>
            <a:xfrm rot="10800000">
              <a:off x="6160655" y="0"/>
              <a:ext cx="1281546" cy="1651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7" name="Google Shape;77;p22"/>
          <p:cNvSpPr txBox="1"/>
          <p:nvPr>
            <p:ph type="title"/>
          </p:nvPr>
        </p:nvSpPr>
        <p:spPr>
          <a:xfrm>
            <a:off x="914399" y="2732314"/>
            <a:ext cx="10363199" cy="1201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b="0" sz="54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" type="body"/>
          </p:nvPr>
        </p:nvSpPr>
        <p:spPr>
          <a:xfrm>
            <a:off x="914399" y="3929066"/>
            <a:ext cx="10363199" cy="477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6D596A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A8A8A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A8A8A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A8A8A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A8A8A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A8A8A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A8A8A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A8A8A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A8A8A"/>
                </a:solidFill>
              </a:defRPr>
            </a:lvl9pPr>
          </a:lstStyle>
          <a:p/>
        </p:txBody>
      </p:sp>
      <p:sp>
        <p:nvSpPr>
          <p:cNvPr id="79" name="Google Shape;79;p22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" type="body"/>
          </p:nvPr>
        </p:nvSpPr>
        <p:spPr>
          <a:xfrm>
            <a:off x="609599" y="1349830"/>
            <a:ext cx="5384799" cy="4776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480"/>
              </a:spcBef>
              <a:spcAft>
                <a:spcPts val="0"/>
              </a:spcAft>
              <a:buSzPts val="2160"/>
              <a:buChar char="🞆"/>
              <a:defRPr sz="2400"/>
            </a:lvl1pPr>
            <a:lvl2pPr indent="-330200" lvl="1" marL="914400" algn="l">
              <a:spcBef>
                <a:spcPts val="4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  <p:sp>
        <p:nvSpPr>
          <p:cNvPr id="85" name="Google Shape;85;p23"/>
          <p:cNvSpPr txBox="1"/>
          <p:nvPr>
            <p:ph idx="2" type="body"/>
          </p:nvPr>
        </p:nvSpPr>
        <p:spPr>
          <a:xfrm>
            <a:off x="6197599" y="1349830"/>
            <a:ext cx="5384799" cy="4776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480"/>
              </a:spcBef>
              <a:spcAft>
                <a:spcPts val="0"/>
              </a:spcAft>
              <a:buSzPts val="2160"/>
              <a:buChar char="🞆"/>
              <a:defRPr sz="2400"/>
            </a:lvl1pPr>
            <a:lvl2pPr indent="-330200" lvl="1" marL="914400" algn="l">
              <a:spcBef>
                <a:spcPts val="4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  <p:sp>
        <p:nvSpPr>
          <p:cNvPr id="86" name="Google Shape;86;p23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609599" y="1286190"/>
            <a:ext cx="5384799" cy="24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480"/>
              </a:spcBef>
              <a:spcAft>
                <a:spcPts val="0"/>
              </a:spcAft>
              <a:buSzPts val="2160"/>
              <a:buChar char="🞆"/>
              <a:defRPr sz="2400"/>
            </a:lvl1pPr>
            <a:lvl2pPr indent="-330200" lvl="1" marL="914400" algn="l">
              <a:spcBef>
                <a:spcPts val="4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  <p:sp>
        <p:nvSpPr>
          <p:cNvPr id="102" name="Google Shape;102;p26"/>
          <p:cNvSpPr txBox="1"/>
          <p:nvPr>
            <p:ph idx="2" type="body"/>
          </p:nvPr>
        </p:nvSpPr>
        <p:spPr>
          <a:xfrm>
            <a:off x="6197599" y="1286190"/>
            <a:ext cx="5384799" cy="24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480"/>
              </a:spcBef>
              <a:spcAft>
                <a:spcPts val="0"/>
              </a:spcAft>
              <a:buSzPts val="2160"/>
              <a:buChar char="🞆"/>
              <a:defRPr sz="2400"/>
            </a:lvl1pPr>
            <a:lvl2pPr indent="-330200" lvl="1" marL="914400" algn="l">
              <a:spcBef>
                <a:spcPts val="4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  <p:sp>
        <p:nvSpPr>
          <p:cNvPr id="103" name="Google Shape;103;p26"/>
          <p:cNvSpPr txBox="1"/>
          <p:nvPr>
            <p:ph idx="3" type="body"/>
          </p:nvPr>
        </p:nvSpPr>
        <p:spPr>
          <a:xfrm>
            <a:off x="609599" y="3829734"/>
            <a:ext cx="5384799" cy="24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480"/>
              </a:spcBef>
              <a:spcAft>
                <a:spcPts val="0"/>
              </a:spcAft>
              <a:buSzPts val="2160"/>
              <a:buChar char="🞆"/>
              <a:defRPr sz="2400"/>
            </a:lvl1pPr>
            <a:lvl2pPr indent="-330200" lvl="1" marL="914400" algn="l">
              <a:spcBef>
                <a:spcPts val="4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  <p:sp>
        <p:nvSpPr>
          <p:cNvPr id="104" name="Google Shape;104;p26"/>
          <p:cNvSpPr txBox="1"/>
          <p:nvPr>
            <p:ph idx="4" type="body"/>
          </p:nvPr>
        </p:nvSpPr>
        <p:spPr>
          <a:xfrm>
            <a:off x="6197599" y="3829734"/>
            <a:ext cx="5384799" cy="24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480"/>
              </a:spcBef>
              <a:spcAft>
                <a:spcPts val="0"/>
              </a:spcAft>
              <a:buSzPts val="2160"/>
              <a:buChar char="🞆"/>
              <a:defRPr sz="2400"/>
            </a:lvl1pPr>
            <a:lvl2pPr indent="-330200" lvl="1" marL="914400" algn="l">
              <a:spcBef>
                <a:spcPts val="4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  <p:sp>
        <p:nvSpPr>
          <p:cNvPr id="105" name="Google Shape;105;p26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그림 및 설명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/>
          <p:nvPr>
            <p:ph idx="2" type="pic"/>
          </p:nvPr>
        </p:nvSpPr>
        <p:spPr>
          <a:xfrm>
            <a:off x="1697567" y="1300163"/>
            <a:ext cx="8699498" cy="3910012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7"/>
          <p:cNvSpPr txBox="1"/>
          <p:nvPr>
            <p:ph idx="1" type="body"/>
          </p:nvPr>
        </p:nvSpPr>
        <p:spPr>
          <a:xfrm>
            <a:off x="1697567" y="5257800"/>
            <a:ext cx="8699498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440"/>
              <a:buNone/>
              <a:defRPr sz="16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1" name="Google Shape;111;p27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14" name="Google Shape;114;p27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>
  <p:cSld name="OBJECT_ONLY">
    <p:bg>
      <p:bgPr shadeToTitle="0">
        <a:gradFill>
          <a:gsLst>
            <a:gs pos="0">
              <a:srgbClr val="e0d5de"/>
            </a:gs>
            <a:gs pos="100000">
              <a:srgbClr val="7c747a"/>
            </a:gs>
          </a:gsLst>
          <a:path path="circle">
            <a:fillToRect l="50000" t="50000" r="50000" b="50000"/>
          </a:path>
          <a:tileRect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/>
          <p:nvPr/>
        </p:nvSpPr>
        <p:spPr>
          <a:xfrm rot="-5400000">
            <a:off x="5029152" y="-304609"/>
            <a:ext cx="2133600" cy="12191999"/>
          </a:xfrm>
          <a:prstGeom prst="rect">
            <a:avLst/>
          </a:prstGeom>
          <a:solidFill>
            <a:srgbClr val="392E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7" name="Google Shape;117;p28"/>
          <p:cNvGrpSpPr/>
          <p:nvPr/>
        </p:nvGrpSpPr>
        <p:grpSpPr>
          <a:xfrm>
            <a:off x="0" y="4561114"/>
            <a:ext cx="12191999" cy="165100"/>
            <a:chOff x="0" y="4561114"/>
            <a:chExt cx="9144000" cy="165100"/>
          </a:xfrm>
        </p:grpSpPr>
        <p:sp>
          <p:nvSpPr>
            <p:cNvPr id="118" name="Google Shape;118;p28"/>
            <p:cNvSpPr/>
            <p:nvPr/>
          </p:nvSpPr>
          <p:spPr>
            <a:xfrm flipH="1" rot="10800000">
              <a:off x="2685472" y="4561114"/>
              <a:ext cx="366486" cy="1651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" name="Google Shape;119;p28"/>
            <p:cNvSpPr/>
            <p:nvPr/>
          </p:nvSpPr>
          <p:spPr>
            <a:xfrm flipH="1" rot="10800000">
              <a:off x="2786743" y="4561114"/>
              <a:ext cx="6357257" cy="16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0" name="Google Shape;120;p28"/>
            <p:cNvSpPr/>
            <p:nvPr/>
          </p:nvSpPr>
          <p:spPr>
            <a:xfrm flipH="1" rot="10800000">
              <a:off x="0" y="4561114"/>
              <a:ext cx="1066800" cy="165100"/>
            </a:xfrm>
            <a:prstGeom prst="rect">
              <a:avLst/>
            </a:prstGeom>
            <a:solidFill>
              <a:srgbClr val="A28B9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1" name="Google Shape;121;p28"/>
            <p:cNvSpPr/>
            <p:nvPr/>
          </p:nvSpPr>
          <p:spPr>
            <a:xfrm flipH="1" rot="10800000">
              <a:off x="990600" y="4561114"/>
              <a:ext cx="875145" cy="165100"/>
            </a:xfrm>
            <a:prstGeom prst="rect">
              <a:avLst/>
            </a:prstGeom>
            <a:solidFill>
              <a:srgbClr val="E9BEB1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2" name="Google Shape;122;p28"/>
            <p:cNvSpPr/>
            <p:nvPr/>
          </p:nvSpPr>
          <p:spPr>
            <a:xfrm flipH="1" rot="10800000">
              <a:off x="1701799" y="4561114"/>
              <a:ext cx="1281546" cy="1651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23" name="Google Shape;123;p28"/>
          <p:cNvSpPr txBox="1"/>
          <p:nvPr>
            <p:ph type="ctrTitle"/>
          </p:nvPr>
        </p:nvSpPr>
        <p:spPr>
          <a:xfrm>
            <a:off x="609599" y="1643050"/>
            <a:ext cx="10972799" cy="1276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CE7E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8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CE7E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ECE7E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ECE7EC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ECE7EC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ECE7EC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ECE7EC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ECE7EC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ECE7EC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ECE7EC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ECE7EC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27" name="Google Shape;127;p28"/>
          <p:cNvGrpSpPr/>
          <p:nvPr/>
        </p:nvGrpSpPr>
        <p:grpSpPr>
          <a:xfrm>
            <a:off x="0" y="609600"/>
            <a:ext cx="12191999" cy="165100"/>
            <a:chOff x="0" y="0"/>
            <a:chExt cx="9144000" cy="165100"/>
          </a:xfrm>
        </p:grpSpPr>
        <p:sp>
          <p:nvSpPr>
            <p:cNvPr id="128" name="Google Shape;128;p28"/>
            <p:cNvSpPr/>
            <p:nvPr/>
          </p:nvSpPr>
          <p:spPr>
            <a:xfrm rot="10800000">
              <a:off x="6092042" y="0"/>
              <a:ext cx="366486" cy="1651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9" name="Google Shape;129;p28"/>
            <p:cNvSpPr/>
            <p:nvPr/>
          </p:nvSpPr>
          <p:spPr>
            <a:xfrm rot="10800000">
              <a:off x="0" y="0"/>
              <a:ext cx="6357257" cy="16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" name="Google Shape;130;p28"/>
            <p:cNvSpPr/>
            <p:nvPr/>
          </p:nvSpPr>
          <p:spPr>
            <a:xfrm rot="10800000">
              <a:off x="8077200" y="0"/>
              <a:ext cx="1066800" cy="165100"/>
            </a:xfrm>
            <a:prstGeom prst="rect">
              <a:avLst/>
            </a:prstGeom>
            <a:solidFill>
              <a:srgbClr val="A28B9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28"/>
            <p:cNvSpPr/>
            <p:nvPr/>
          </p:nvSpPr>
          <p:spPr>
            <a:xfrm rot="10800000">
              <a:off x="7278255" y="0"/>
              <a:ext cx="875145" cy="165100"/>
            </a:xfrm>
            <a:prstGeom prst="rect">
              <a:avLst/>
            </a:prstGeom>
            <a:solidFill>
              <a:srgbClr val="E9BEB1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28"/>
            <p:cNvSpPr/>
            <p:nvPr/>
          </p:nvSpPr>
          <p:spPr>
            <a:xfrm rot="10800000">
              <a:off x="6160655" y="0"/>
              <a:ext cx="1281546" cy="1651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33" name="Google Shape;133;p28"/>
          <p:cNvSpPr/>
          <p:nvPr/>
        </p:nvSpPr>
        <p:spPr>
          <a:xfrm rot="-5400000">
            <a:off x="5829287" y="-5752910"/>
            <a:ext cx="533402" cy="12191999"/>
          </a:xfrm>
          <a:prstGeom prst="rect">
            <a:avLst/>
          </a:prstGeom>
          <a:solidFill>
            <a:srgbClr val="392E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목차" type="clipArtAndTx">
  <p:cSld name="CLIPART_AND_TEXT">
    <p:bg>
      <p:bgPr shadeToTitle="0">
        <a:gradFill>
          <a:gsLst>
            <a:gs pos="0">
              <a:srgbClr val="e0d5de"/>
            </a:gs>
            <a:gs pos="100000">
              <a:srgbClr val="7c747a"/>
            </a:gs>
          </a:gsLst>
          <a:path path="circle">
            <a:fillToRect l="50000" t="50000" r="50000" b="50000"/>
          </a:path>
          <a:tileRect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2190722" y="1214422"/>
            <a:ext cx="9334565" cy="10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2190722" y="2357438"/>
            <a:ext cx="5803899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1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●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40" name="Google Shape;140;p29"/>
          <p:cNvGrpSpPr/>
          <p:nvPr/>
        </p:nvGrpSpPr>
        <p:grpSpPr>
          <a:xfrm>
            <a:off x="0" y="0"/>
            <a:ext cx="12191999" cy="609600"/>
            <a:chOff x="0" y="6248400"/>
            <a:chExt cx="9144000" cy="609600"/>
          </a:xfrm>
        </p:grpSpPr>
        <p:sp>
          <p:nvSpPr>
            <p:cNvPr id="141" name="Google Shape;141;p29"/>
            <p:cNvSpPr/>
            <p:nvPr/>
          </p:nvSpPr>
          <p:spPr>
            <a:xfrm>
              <a:off x="2685472" y="6248400"/>
              <a:ext cx="366486" cy="6096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29"/>
            <p:cNvSpPr/>
            <p:nvPr/>
          </p:nvSpPr>
          <p:spPr>
            <a:xfrm>
              <a:off x="2786743" y="6248400"/>
              <a:ext cx="6357257" cy="609600"/>
            </a:xfrm>
            <a:prstGeom prst="rect">
              <a:avLst/>
            </a:prstGeom>
            <a:solidFill>
              <a:srgbClr val="42363F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29"/>
            <p:cNvSpPr/>
            <p:nvPr/>
          </p:nvSpPr>
          <p:spPr>
            <a:xfrm>
              <a:off x="0" y="6248400"/>
              <a:ext cx="1066800" cy="609600"/>
            </a:xfrm>
            <a:prstGeom prst="rect">
              <a:avLst/>
            </a:prstGeom>
            <a:solidFill>
              <a:srgbClr val="A28B9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4" name="Google Shape;144;p29"/>
            <p:cNvSpPr/>
            <p:nvPr/>
          </p:nvSpPr>
          <p:spPr>
            <a:xfrm>
              <a:off x="990600" y="6248400"/>
              <a:ext cx="875145" cy="609600"/>
            </a:xfrm>
            <a:prstGeom prst="rect">
              <a:avLst/>
            </a:prstGeom>
            <a:solidFill>
              <a:srgbClr val="E9BEB1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5" name="Google Shape;145;p29"/>
            <p:cNvSpPr/>
            <p:nvPr/>
          </p:nvSpPr>
          <p:spPr>
            <a:xfrm>
              <a:off x="1701799" y="6248400"/>
              <a:ext cx="1281546" cy="6096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6" name="Google Shape;146;p29"/>
          <p:cNvGrpSpPr/>
          <p:nvPr/>
        </p:nvGrpSpPr>
        <p:grpSpPr>
          <a:xfrm>
            <a:off x="0" y="0"/>
            <a:ext cx="12191999" cy="609600"/>
            <a:chOff x="0" y="6248400"/>
            <a:chExt cx="9144000" cy="609600"/>
          </a:xfrm>
        </p:grpSpPr>
        <p:sp>
          <p:nvSpPr>
            <p:cNvPr id="147" name="Google Shape;147;p29"/>
            <p:cNvSpPr/>
            <p:nvPr/>
          </p:nvSpPr>
          <p:spPr>
            <a:xfrm>
              <a:off x="2685472" y="6248400"/>
              <a:ext cx="366486" cy="6096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8" name="Google Shape;148;p29"/>
            <p:cNvSpPr/>
            <p:nvPr/>
          </p:nvSpPr>
          <p:spPr>
            <a:xfrm>
              <a:off x="2786743" y="6248400"/>
              <a:ext cx="6357257" cy="609600"/>
            </a:xfrm>
            <a:prstGeom prst="rect">
              <a:avLst/>
            </a:prstGeom>
            <a:solidFill>
              <a:srgbClr val="42363F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9" name="Google Shape;149;p29"/>
            <p:cNvSpPr/>
            <p:nvPr/>
          </p:nvSpPr>
          <p:spPr>
            <a:xfrm>
              <a:off x="0" y="6248400"/>
              <a:ext cx="1066800" cy="609600"/>
            </a:xfrm>
            <a:prstGeom prst="rect">
              <a:avLst/>
            </a:prstGeom>
            <a:solidFill>
              <a:srgbClr val="A28B9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0" name="Google Shape;150;p29"/>
            <p:cNvSpPr/>
            <p:nvPr/>
          </p:nvSpPr>
          <p:spPr>
            <a:xfrm>
              <a:off x="990600" y="6248400"/>
              <a:ext cx="875145" cy="609600"/>
            </a:xfrm>
            <a:prstGeom prst="rect">
              <a:avLst/>
            </a:prstGeom>
            <a:solidFill>
              <a:srgbClr val="E9BEB1">
                <a:alpha val="6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1" name="Google Shape;151;p29"/>
            <p:cNvSpPr/>
            <p:nvPr/>
          </p:nvSpPr>
          <p:spPr>
            <a:xfrm>
              <a:off x="1701799" y="6248400"/>
              <a:ext cx="1281546" cy="6096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세로 제목 및 본문" type="vertTitleAndTx">
  <p:cSld name="VERTICAL_TITLE_AND_VERTICAL_TEXT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0159999" y="0"/>
            <a:ext cx="2031999" cy="6858000"/>
          </a:xfrm>
          <a:prstGeom prst="rect">
            <a:avLst/>
          </a:prstGeom>
          <a:solidFill>
            <a:srgbClr val="392E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54" name="Google Shape;154;p30"/>
          <p:cNvGrpSpPr/>
          <p:nvPr/>
        </p:nvGrpSpPr>
        <p:grpSpPr>
          <a:xfrm>
            <a:off x="-1" y="-18000"/>
            <a:ext cx="220134" cy="6875999"/>
            <a:chOff x="-1" y="-18000"/>
            <a:chExt cx="165101" cy="6875999"/>
          </a:xfrm>
        </p:grpSpPr>
        <p:sp>
          <p:nvSpPr>
            <p:cNvPr id="155" name="Google Shape;155;p30"/>
            <p:cNvSpPr/>
            <p:nvPr/>
          </p:nvSpPr>
          <p:spPr>
            <a:xfrm rot="5400000">
              <a:off x="-55243" y="2056633"/>
              <a:ext cx="275586" cy="1651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30"/>
            <p:cNvSpPr/>
            <p:nvPr/>
          </p:nvSpPr>
          <p:spPr>
            <a:xfrm rot="5400000">
              <a:off x="-2307679" y="4385221"/>
              <a:ext cx="4780457" cy="165100"/>
            </a:xfrm>
            <a:prstGeom prst="rect">
              <a:avLst/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7" name="Google Shape;157;p30"/>
            <p:cNvSpPr/>
            <p:nvPr/>
          </p:nvSpPr>
          <p:spPr>
            <a:xfrm rot="5400000">
              <a:off x="-318550" y="300550"/>
              <a:ext cx="802200" cy="16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8" name="Google Shape;158;p30"/>
            <p:cNvSpPr/>
            <p:nvPr/>
          </p:nvSpPr>
          <p:spPr>
            <a:xfrm rot="5400000">
              <a:off x="-246491" y="973391"/>
              <a:ext cx="658081" cy="1651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9" name="Google Shape;159;p30"/>
            <p:cNvSpPr/>
            <p:nvPr/>
          </p:nvSpPr>
          <p:spPr>
            <a:xfrm rot="5400000">
              <a:off x="-399291" y="1660990"/>
              <a:ext cx="963682" cy="165100"/>
            </a:xfrm>
            <a:prstGeom prst="rect">
              <a:avLst/>
            </a:prstGeom>
            <a:solidFill>
              <a:srgbClr val="E5AD9C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60" name="Google Shape;160;p30"/>
          <p:cNvSpPr txBox="1"/>
          <p:nvPr>
            <p:ph type="title"/>
          </p:nvPr>
        </p:nvSpPr>
        <p:spPr>
          <a:xfrm rot="5400000">
            <a:off x="8242979" y="2409373"/>
            <a:ext cx="5851525" cy="1582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 rot="5400000">
            <a:off x="2422749" y="-1538513"/>
            <a:ext cx="5851525" cy="9477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SzPts val="162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●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62" name="Google Shape;162;p30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0" y="0"/>
            <a:ext cx="12191999" cy="1143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18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CE7E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8"/>
          <p:cNvSpPr txBox="1"/>
          <p:nvPr>
            <p:ph idx="1" type="body"/>
          </p:nvPr>
        </p:nvSpPr>
        <p:spPr>
          <a:xfrm>
            <a:off x="609599" y="1285860"/>
            <a:ext cx="10972799" cy="491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oto Sans Symbols"/>
              <a:buChar char="🞆"/>
              <a:defRPr b="0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302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4B3C48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735D6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4B3C48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»"/>
              <a:defRPr b="0" i="0" sz="1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»"/>
              <a:defRPr b="0" i="0" sz="1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»"/>
              <a:defRPr b="0" i="0" sz="1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»"/>
              <a:defRPr b="0" i="0" sz="1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6" name="Google Shape;16;p18"/>
          <p:cNvGrpSpPr/>
          <p:nvPr/>
        </p:nvGrpSpPr>
        <p:grpSpPr>
          <a:xfrm>
            <a:off x="11971865" y="1050"/>
            <a:ext cx="220134" cy="6858000"/>
            <a:chOff x="8978900" y="-18000"/>
            <a:chExt cx="165101" cy="6875999"/>
          </a:xfrm>
        </p:grpSpPr>
        <p:sp>
          <p:nvSpPr>
            <p:cNvPr id="17" name="Google Shape;17;p18"/>
            <p:cNvSpPr/>
            <p:nvPr/>
          </p:nvSpPr>
          <p:spPr>
            <a:xfrm rot="-5400000">
              <a:off x="8923657" y="4618267"/>
              <a:ext cx="275586" cy="1651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" name="Google Shape;18;p18"/>
            <p:cNvSpPr/>
            <p:nvPr/>
          </p:nvSpPr>
          <p:spPr>
            <a:xfrm rot="-5400000">
              <a:off x="6671221" y="2289679"/>
              <a:ext cx="4780457" cy="165100"/>
            </a:xfrm>
            <a:prstGeom prst="rect">
              <a:avLst/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" name="Google Shape;19;p18"/>
            <p:cNvSpPr/>
            <p:nvPr/>
          </p:nvSpPr>
          <p:spPr>
            <a:xfrm rot="-5400000">
              <a:off x="8660350" y="6374350"/>
              <a:ext cx="802200" cy="16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" name="Google Shape;20;p18"/>
            <p:cNvSpPr/>
            <p:nvPr/>
          </p:nvSpPr>
          <p:spPr>
            <a:xfrm rot="-5400000">
              <a:off x="8732409" y="5701509"/>
              <a:ext cx="658081" cy="1651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" name="Google Shape;21;p18"/>
            <p:cNvSpPr/>
            <p:nvPr/>
          </p:nvSpPr>
          <p:spPr>
            <a:xfrm rot="-5400000">
              <a:off x="8579609" y="5013910"/>
              <a:ext cx="963682" cy="165100"/>
            </a:xfrm>
            <a:prstGeom prst="rect">
              <a:avLst/>
            </a:prstGeom>
            <a:solidFill>
              <a:srgbClr val="E5AD9C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" name="Google Shape;22;p18"/>
          <p:cNvGrpSpPr/>
          <p:nvPr/>
        </p:nvGrpSpPr>
        <p:grpSpPr>
          <a:xfrm>
            <a:off x="-1" y="1050"/>
            <a:ext cx="220134" cy="6858000"/>
            <a:chOff x="-1" y="-18000"/>
            <a:chExt cx="165101" cy="6875999"/>
          </a:xfrm>
        </p:grpSpPr>
        <p:sp>
          <p:nvSpPr>
            <p:cNvPr id="23" name="Google Shape;23;p18"/>
            <p:cNvSpPr/>
            <p:nvPr/>
          </p:nvSpPr>
          <p:spPr>
            <a:xfrm rot="5400000">
              <a:off x="-55243" y="2056633"/>
              <a:ext cx="275586" cy="165100"/>
            </a:xfrm>
            <a:prstGeom prst="rect">
              <a:avLst/>
            </a:prstGeom>
            <a:solidFill>
              <a:srgbClr val="EDC8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" name="Google Shape;24;p18"/>
            <p:cNvSpPr/>
            <p:nvPr/>
          </p:nvSpPr>
          <p:spPr>
            <a:xfrm rot="5400000">
              <a:off x="-2307679" y="4385221"/>
              <a:ext cx="4780457" cy="165100"/>
            </a:xfrm>
            <a:prstGeom prst="rect">
              <a:avLst/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" name="Google Shape;25;p18"/>
            <p:cNvSpPr/>
            <p:nvPr/>
          </p:nvSpPr>
          <p:spPr>
            <a:xfrm rot="5400000">
              <a:off x="-318550" y="300550"/>
              <a:ext cx="802200" cy="16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" name="Google Shape;26;p18"/>
            <p:cNvSpPr/>
            <p:nvPr/>
          </p:nvSpPr>
          <p:spPr>
            <a:xfrm rot="5400000">
              <a:off x="-246491" y="973391"/>
              <a:ext cx="658081" cy="1651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" name="Google Shape;27;p18"/>
            <p:cNvSpPr/>
            <p:nvPr/>
          </p:nvSpPr>
          <p:spPr>
            <a:xfrm rot="5400000">
              <a:off x="-399291" y="1660990"/>
              <a:ext cx="963682" cy="165100"/>
            </a:xfrm>
            <a:prstGeom prst="rect">
              <a:avLst/>
            </a:prstGeom>
            <a:solidFill>
              <a:srgbClr val="E5AD9C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/>
          <p:nvPr>
            <p:ph type="ctrTitle"/>
          </p:nvPr>
        </p:nvSpPr>
        <p:spPr>
          <a:xfrm>
            <a:off x="914401" y="1324290"/>
            <a:ext cx="10363198" cy="147002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lang="ko-KR" sz="5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분석을 위한 SQL입문2</a:t>
            </a:r>
            <a:endParaRPr b="1" sz="5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0" name="Google Shape;17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7053" y="3677242"/>
            <a:ext cx="7217894" cy="294730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"/>
          <p:cNvSpPr txBox="1"/>
          <p:nvPr/>
        </p:nvSpPr>
        <p:spPr>
          <a:xfrm>
            <a:off x="3489959" y="2674189"/>
            <a:ext cx="4973956" cy="850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데이터베이스 설계</a:t>
            </a:r>
            <a:endParaRPr b="1" i="0" sz="25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DDL(Data Definition Language)</a:t>
            </a:r>
            <a:endParaRPr b="1" i="0" sz="25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Table of Contents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2"/>
          <p:cNvSpPr txBox="1"/>
          <p:nvPr>
            <p:ph idx="1" type="body"/>
          </p:nvPr>
        </p:nvSpPr>
        <p:spPr>
          <a:xfrm>
            <a:off x="609599" y="1285860"/>
            <a:ext cx="10972799" cy="491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3999" lvl="0" marL="443999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데이터베이스(Database)/스키마(Schema)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rtl="0" algn="l">
              <a:spcBef>
                <a:spcPts val="480"/>
              </a:spcBef>
              <a:spcAft>
                <a:spcPts val="0"/>
              </a:spcAft>
              <a:buSzPts val="2160"/>
              <a:buAutoNum type="arabicPeriod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테이블(Table)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rtl="0" algn="l">
              <a:spcBef>
                <a:spcPts val="480"/>
              </a:spcBef>
              <a:spcAft>
                <a:spcPts val="0"/>
              </a:spcAft>
              <a:buSzPts val="2160"/>
              <a:buAutoNum type="arabicPeriod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데이터베이스 생성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rtl="0" algn="l">
              <a:spcBef>
                <a:spcPts val="480"/>
              </a:spcBef>
              <a:spcAft>
                <a:spcPts val="0"/>
              </a:spcAft>
              <a:buSzPts val="2160"/>
              <a:buAutoNum type="arabicPeriod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자료형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rtl="0" algn="l">
              <a:spcBef>
                <a:spcPts val="480"/>
              </a:spcBef>
              <a:spcAft>
                <a:spcPts val="0"/>
              </a:spcAft>
              <a:buSzPts val="2160"/>
              <a:buAutoNum type="arabicPeriod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제약조건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rtl="0" algn="l">
              <a:spcBef>
                <a:spcPts val="480"/>
              </a:spcBef>
              <a:spcAft>
                <a:spcPts val="0"/>
              </a:spcAft>
              <a:buSzPts val="2160"/>
              <a:buAutoNum type="arabicPeriod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테이블생성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rtl="0" algn="l">
              <a:spcBef>
                <a:spcPts val="480"/>
              </a:spcBef>
              <a:spcAft>
                <a:spcPts val="0"/>
              </a:spcAft>
              <a:buSzPts val="2160"/>
              <a:buAutoNum type="arabicPeriod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 수정, 제약조건 추가/삭제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rtl="0" algn="l">
              <a:spcBef>
                <a:spcPts val="480"/>
              </a:spcBef>
              <a:spcAft>
                <a:spcPts val="0"/>
              </a:spcAft>
              <a:buSzPts val="2160"/>
              <a:buAutoNum type="arabicPeriod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테이블의 컬럼 추가/수정/삭제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6840" lvl="0" marL="443999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1. 데이터베이스/스키마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3"/>
          <p:cNvSpPr txBox="1"/>
          <p:nvPr>
            <p:ph idx="1" type="body"/>
          </p:nvPr>
        </p:nvSpPr>
        <p:spPr>
          <a:xfrm>
            <a:off x="609599" y="1285860"/>
            <a:ext cx="10972799" cy="5572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61950" rtl="0" algn="l">
              <a:spcBef>
                <a:spcPts val="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데이터베이스(Database): 데이터를 실제로 저장하고 관리하는 물리적 저장소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스키마(Schema):  데이터베이스 내부의 구조적 정의(설계)를 나타내는 개념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MySQL 에서는 둘을 같은 개념으로 사용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4" name="Google Shape;184;p3"/>
          <p:cNvGrpSpPr/>
          <p:nvPr/>
        </p:nvGrpSpPr>
        <p:grpSpPr>
          <a:xfrm>
            <a:off x="3064387" y="3321460"/>
            <a:ext cx="5899355" cy="3375098"/>
            <a:chOff x="3064387" y="3321460"/>
            <a:chExt cx="5899355" cy="2499032"/>
          </a:xfrm>
        </p:grpSpPr>
        <p:sp>
          <p:nvSpPr>
            <p:cNvPr id="185" name="Google Shape;185;p3"/>
            <p:cNvSpPr/>
            <p:nvPr/>
          </p:nvSpPr>
          <p:spPr>
            <a:xfrm>
              <a:off x="3064387" y="3321460"/>
              <a:ext cx="5899355" cy="2499032"/>
            </a:xfrm>
            <a:prstGeom prst="ellipse">
              <a:avLst/>
            </a:prstGeom>
            <a:solidFill>
              <a:schemeClr val="accent2"/>
            </a:solidFill>
            <a:ln cap="flat" cmpd="sng" w="19050">
              <a:solidFill>
                <a:srgbClr val="3F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데이터베이스(Database)</a:t>
              </a:r>
              <a:endPara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6300839" y="3457575"/>
              <a:ext cx="1710402" cy="983226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스키마2</a:t>
              </a:r>
              <a:endPara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6300839" y="4704122"/>
              <a:ext cx="1710402" cy="983226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스키마4</a:t>
              </a:r>
              <a:endPara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4109065" y="3429000"/>
              <a:ext cx="1710402" cy="983226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스키마1</a:t>
              </a:r>
              <a:endPara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4109065" y="4704122"/>
              <a:ext cx="1710402" cy="983226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스키마3</a:t>
              </a:r>
              <a:endPara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2. 테이블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4"/>
          <p:cNvSpPr txBox="1"/>
          <p:nvPr>
            <p:ph idx="1" type="body"/>
          </p:nvPr>
        </p:nvSpPr>
        <p:spPr>
          <a:xfrm>
            <a:off x="609599" y="1285860"/>
            <a:ext cx="10972799" cy="491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61950" rtl="0" algn="l">
              <a:spcBef>
                <a:spcPts val="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테이블(Table): 스키마를 기반으로 정의한 데이터를 저장하는 기본단위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데이터를 행(Row)과 열(Column) 형태로 저장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행(Row)은 개별 데이터 레코드(Record)를, 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열(Column)은 데이터의 속성(Attribute)을 나타낸다.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Excel의 Sheet 라고 생각하면 된다.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3.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데이터베이스 생성(CREATE)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5"/>
          <p:cNvSpPr txBox="1"/>
          <p:nvPr>
            <p:ph idx="1" type="body"/>
          </p:nvPr>
        </p:nvSpPr>
        <p:spPr>
          <a:xfrm>
            <a:off x="609599" y="1285860"/>
            <a:ext cx="10972799" cy="491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3999" lvl="0" marL="443999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데이터베이스 생성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CREATE database 데이터베이스명;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CREATE database sampleDB;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pic>
        <p:nvPicPr>
          <p:cNvPr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870" y="2755102"/>
            <a:ext cx="11257250" cy="3760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3.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데이터베이스 생성 확인(SHOW)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6"/>
          <p:cNvSpPr txBox="1"/>
          <p:nvPr>
            <p:ph idx="1" type="body"/>
          </p:nvPr>
        </p:nvSpPr>
        <p:spPr>
          <a:xfrm>
            <a:off x="609599" y="1285860"/>
            <a:ext cx="10972799" cy="491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3999" lvl="0" marL="443999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데이터베이스 생성 확인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SHOW databases;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pic>
        <p:nvPicPr>
          <p:cNvPr id="209" name="Google Shape;2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3217" y="2389270"/>
            <a:ext cx="5605565" cy="4468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/>
              <a:t>자료형(Data Types)</a:t>
            </a:r>
            <a:endParaRPr/>
          </a:p>
        </p:txBody>
      </p:sp>
      <p:sp>
        <p:nvSpPr>
          <p:cNvPr id="215" name="Google Shape;215;p7"/>
          <p:cNvSpPr txBox="1"/>
          <p:nvPr>
            <p:ph idx="1" type="body"/>
          </p:nvPr>
        </p:nvSpPr>
        <p:spPr>
          <a:xfrm>
            <a:off x="609599" y="1285860"/>
            <a:ext cx="10972799" cy="491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61950" rtl="0" algn="l">
              <a:spcBef>
                <a:spcPts val="0"/>
              </a:spcBef>
              <a:spcAft>
                <a:spcPts val="0"/>
              </a:spcAft>
              <a:buSzPts val="2160"/>
              <a:buChar char="🞆"/>
            </a:pPr>
            <a:r>
              <a:rPr lang="ko-KR"/>
              <a:t>정수형(부호있음/부호없음)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TINYINT(-128 – 127 / 255)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INT(-21억 – 21억 / 43억)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BIGINT(-9경 – 9경 / 18경)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lang="ko-KR"/>
              <a:t>실수형(길이, 소수점 이하 자리 수)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FLOAT(size, d)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DOUBLE(size, d)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DECIMAL(size, d)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/>
              <a:t>제약조건(Constraint)</a:t>
            </a:r>
            <a:endParaRPr/>
          </a:p>
        </p:txBody>
      </p:sp>
      <p:sp>
        <p:nvSpPr>
          <p:cNvPr id="227" name="Google Shape;227;p9"/>
          <p:cNvSpPr txBox="1"/>
          <p:nvPr>
            <p:ph idx="1" type="body"/>
          </p:nvPr>
        </p:nvSpPr>
        <p:spPr>
          <a:xfrm>
            <a:off x="609599" y="1285860"/>
            <a:ext cx="10972799" cy="491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61950" rtl="0" algn="l">
              <a:spcBef>
                <a:spcPts val="0"/>
              </a:spcBef>
              <a:spcAft>
                <a:spcPts val="0"/>
              </a:spcAft>
              <a:buSzPts val="2160"/>
              <a:buChar char="🞆"/>
            </a:pPr>
            <a:r>
              <a:rPr lang="ko-KR"/>
              <a:t>입력 데이터의 제약조건을 걸어 해당되지 않는 데이터는 입력되지 않음.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</a:t>
            </a:r>
            <a:endParaRPr/>
          </a:p>
        </p:txBody>
      </p:sp>
      <p:graphicFrame>
        <p:nvGraphicFramePr>
          <p:cNvPr id="228" name="Google Shape;228;p9"/>
          <p:cNvGraphicFramePr/>
          <p:nvPr/>
        </p:nvGraphicFramePr>
        <p:xfrm>
          <a:off x="609599" y="19416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{AC12EACF-DAE2-4021-AB7A-E008E5C118AC}</a:tableStyleId>
              </a:tblPr>
              <a:tblGrid>
                <a:gridCol w="3339225"/>
                <a:gridCol w="7631425"/>
              </a:tblGrid>
              <a:tr h="66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3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제약조건</a:t>
                      </a:r>
                      <a:endParaRPr sz="23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3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23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66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 NULL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데이터가 NULL 값을 받아들이지 않음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66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UNIQUE 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테이블에 동일한 값이 입력되어 있을 경우 받아들이지 않음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66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PRIMARY KEY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기본키 제약조건(UNIQUE, NOT NULL 조건)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66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FOREIGN KEY 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외래키 제약조건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66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DEFAULT 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컬럼값이 입력되지 않으면 기본값을 입력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66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Auto Increment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 키(Primary Key)로 설정된 INT 타입 컬럼에 자동으로 증가하는 숫자를 부여하는 기능</a:t>
                      </a:r>
                      <a:endParaRPr b="1" sz="2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/>
              <a:t>자료형(Data Types)</a:t>
            </a:r>
            <a:endParaRPr/>
          </a:p>
        </p:txBody>
      </p:sp>
      <p:sp>
        <p:nvSpPr>
          <p:cNvPr id="221" name="Google Shape;221;p8"/>
          <p:cNvSpPr txBox="1"/>
          <p:nvPr>
            <p:ph idx="1" type="body"/>
          </p:nvPr>
        </p:nvSpPr>
        <p:spPr>
          <a:xfrm>
            <a:off x="609599" y="1285860"/>
            <a:ext cx="10972799" cy="491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61950" rtl="0" algn="l">
              <a:spcBef>
                <a:spcPts val="0"/>
              </a:spcBef>
              <a:spcAft>
                <a:spcPts val="0"/>
              </a:spcAft>
              <a:buSzPts val="2160"/>
              <a:buChar char="🞆"/>
            </a:pPr>
            <a:r>
              <a:rPr lang="ko-KR"/>
              <a:t>문자열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CHAR 고정길이 문자열(최대 255자)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VARCHAR 가변길이 문자열(최대 255자)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TEXT (최대 65,535자)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MEDIUMTEXT(최대 16,777,215자)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LONGTEXT(최대 4,294,967,295자)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Char char="🞆"/>
            </a:pPr>
            <a:r>
              <a:rPr lang="ko-KR"/>
              <a:t>BLOB(Binary Large Object)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BLOB(최대 65,535 바이트)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MEDIUMBLOB(최대 16,777,215 바이트)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ko-KR"/>
              <a:t>    LARGEBLOB(최대 4,294,967,295 바이트)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6.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테이블생성(CREATE table)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10"/>
          <p:cNvSpPr txBox="1"/>
          <p:nvPr>
            <p:ph idx="1" type="body"/>
          </p:nvPr>
        </p:nvSpPr>
        <p:spPr>
          <a:xfrm>
            <a:off x="609599" y="1285860"/>
            <a:ext cx="10972799" cy="491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3999" lvl="0" marL="443999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자료형과 제약조건을 이용해 테이블 생성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SzPts val="2160"/>
              <a:buFont typeface="Noto Sans Symbols"/>
              <a:buChar char="●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스키마 정의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Font typeface="Noto Sans Symbols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986403" y="2185907"/>
            <a:ext cx="10316060" cy="155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7040" lvl="0" marL="25704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sampleDB 데이터베이스를 정의하고 생성하시오.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 컬럼으로 이름(Name), 주소(Address), 전화번호(Telephone)를 가지는   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BusinessCard 테이블을 정의하고 생성하시오. 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단, 이름,주소,전화번호는 문자열(Varchar) 최대 길이 255자로 지정함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6.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테이블생성(CREATE table)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11"/>
          <p:cNvSpPr txBox="1"/>
          <p:nvPr>
            <p:ph idx="1" type="body"/>
          </p:nvPr>
        </p:nvSpPr>
        <p:spPr>
          <a:xfrm>
            <a:off x="609599" y="1285860"/>
            <a:ext cx="10972799" cy="5572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3999" lvl="0" marL="443999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자료형을 이용해 테이블 생성(CREATE table 테이블명;)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create table BusinessCard(Name varchar(255), Address varchar(255), 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Telephone varchar (255));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2. 생성된 테이블 목록 확인(SHOW tables;)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3. 테이블의 자료형과 제약사항 출력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    DESC 테이블명;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    DESC BusinessCard;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Font typeface="Noto Sans Symbols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pic>
        <p:nvPicPr>
          <p:cNvPr id="242" name="Google Shape;2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281" y="3079783"/>
            <a:ext cx="10107435" cy="2010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184" y="5038471"/>
            <a:ext cx="4534532" cy="1819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 수정, 제약조건 추가 삭제(ALTER table)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12"/>
          <p:cNvSpPr txBox="1"/>
          <p:nvPr>
            <p:ph idx="1" type="body"/>
          </p:nvPr>
        </p:nvSpPr>
        <p:spPr>
          <a:xfrm>
            <a:off x="609599" y="1285860"/>
            <a:ext cx="10972799" cy="5572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3999" lvl="0" marL="443999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Name 컬럼에 NOT NULL 조건 추가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    ALTER TABLE BusinessCard MODIFY Name VARCHAR(255) NOT NULL;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2. 변경된 내용 확인(DESC BusinessCard;)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Font typeface="Noto Sans Symbols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pic>
        <p:nvPicPr>
          <p:cNvPr id="250" name="Google Shape;2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387" y="3109725"/>
            <a:ext cx="9669225" cy="267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4621161" y="5110213"/>
            <a:ext cx="5119104" cy="36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Name 컬럼의 Null 부분이 NO로 변경 된 것 확인</a:t>
            </a:r>
            <a:endParaRPr b="1" i="0" sz="1800" u="none" cap="none" strike="noStrik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 수정, 제약조건 추가 삭제(ALTER table)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13"/>
          <p:cNvSpPr txBox="1"/>
          <p:nvPr>
            <p:ph idx="1" type="body"/>
          </p:nvPr>
        </p:nvSpPr>
        <p:spPr>
          <a:xfrm>
            <a:off x="609599" y="1285860"/>
            <a:ext cx="10972799" cy="5572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3999" lvl="0" marL="443999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테이블에 데이터 입력해보기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6840" lvl="0" marL="443999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6840" lvl="0" marL="443999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6840" lvl="0" marL="443999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2. Null 값이 있는 데이터 입력해보기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Font typeface="Noto Sans Symbols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 txBox="1"/>
          <p:nvPr/>
        </p:nvSpPr>
        <p:spPr>
          <a:xfrm>
            <a:off x="1050979" y="1782305"/>
            <a:ext cx="10751948" cy="1092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43999" lvl="0" marL="44399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insert into BusinessCard values (’Bob’, ‘Seocho-dong 123’,’123-4567’); 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insert into BusinessCard values (‘Sam’, ‘Sindang-dong 456’,’321-4321’); 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 * from BusinessCard;</a:t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1050978" y="3525760"/>
            <a:ext cx="10751948" cy="10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43999" lvl="0" marL="44399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insert into BusinessCard values (‘John’, ‘Sadang-dong 789’,’123-4568’); 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insert into BusinessCard values (NULL,‘Seocho-dong 369’,’123-3333’);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 * from BusinessCard;</a:t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 수정, 제약조건 추가 삭제(ALTER table)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14"/>
          <p:cNvSpPr txBox="1"/>
          <p:nvPr>
            <p:ph idx="1" type="body"/>
          </p:nvPr>
        </p:nvSpPr>
        <p:spPr>
          <a:xfrm>
            <a:off x="609599" y="1285860"/>
            <a:ext cx="10972799" cy="5572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Font typeface="Noto Sans Symbols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graphicFrame>
        <p:nvGraphicFramePr>
          <p:cNvPr id="266" name="Google Shape;266;p14"/>
          <p:cNvGraphicFramePr/>
          <p:nvPr/>
        </p:nvGraphicFramePr>
        <p:xfrm>
          <a:off x="223465" y="11201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{AC12EACF-DAE2-4021-AB7A-E008E5C118AC}</a:tableStyleId>
              </a:tblPr>
              <a:tblGrid>
                <a:gridCol w="2287500"/>
                <a:gridCol w="94575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작업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SQL 쿼리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NOT NULL 추가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MODIFY Email VARCHAR(100) NOT NULL;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NOT NULL 제거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MODIFY Email VARCHAR(100) NULL;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자동 증가 추가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MODIFY idx INT AUTO_INCREMENT;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자동 증가 제거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MODIFY idx INT;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PRIMARY KEY 추가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ADD PRIMARY KEY (idx);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PRIMARY KEY 제거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DROP PRIMARY KEY;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FOREIGN KEY 추가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ADD CONSTRAINT fk_name FOREIGN KEY (col) REFERENCES other_table(id);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FOREIGN KEY 제거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DROP FOREIGN KEY fk_name;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UNIQUE 추가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ADD UNIQUE (Name);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UNIQUE 제거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DROP INDEX Name;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DEFAULT 값 추가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ALTER Email SET DEFAULT 'unknown@example.com';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DEFAULT 값 제거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ALTER TABLE BusinessCard ALTER Email DROP DEFAULT;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 수정, 제약조건 추가 삭제(ALTER table)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15"/>
          <p:cNvSpPr txBox="1"/>
          <p:nvPr>
            <p:ph idx="1" type="body"/>
          </p:nvPr>
        </p:nvSpPr>
        <p:spPr>
          <a:xfrm>
            <a:off x="609599" y="1285860"/>
            <a:ext cx="10972799" cy="5572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3999" lvl="0" marL="443999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BusinessCard 테이블에 idx 라는 인텍스 컬럼을 추가하고 Primary key, Auto_increment 속성을 추가하시오.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6840" lvl="0" marL="443999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750182" y="2118925"/>
            <a:ext cx="11159813" cy="1431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4160" lvl="0" marL="314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ALTER TABLE BusinessCard ADD COLUMN idx INT;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4160" lvl="0" marL="314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ALTER TABLE BusinessCard MODIFY idx INT AUTO_INCREMENT PRIMARY KEY;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4160" lvl="0" marL="314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 * FROM BusinessCard;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4160" lvl="0" marL="314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 BusinessCard;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 수정, 제약조건 추가 삭제(ALTER table)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9" name="Google Shape;279;p16"/>
          <p:cNvSpPr txBox="1"/>
          <p:nvPr>
            <p:ph idx="1" type="body"/>
          </p:nvPr>
        </p:nvSpPr>
        <p:spPr>
          <a:xfrm>
            <a:off x="609599" y="1285860"/>
            <a:ext cx="10972799" cy="5572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3999" lvl="0" marL="443999" rtl="0" algn="l"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BusinessCard 테이블에 email 컬럼을 추가하시오.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43999" lvl="0" marL="443999" rtl="0" algn="l">
              <a:spcBef>
                <a:spcPts val="480"/>
              </a:spcBef>
              <a:spcAft>
                <a:spcPts val="0"/>
              </a:spcAft>
              <a:buSzPts val="2160"/>
              <a:buAutoNum type="arabicPeriod"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BusinessCard 테이블의 email 컬럼에 default값으로 'unknown@example.com'을 지정하시오.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6840" lvl="0" marL="443999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4790" lvl="0" marL="36195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750182" y="2633275"/>
            <a:ext cx="11159813" cy="243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4160" lvl="0" marL="314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ALTER TABLE BusinessCard ADD COLUMN email varchar(100);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4160" lvl="0" marL="314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ALTER TABLE BusinessCard ALTER email SET DEFAULT 'unknown@example.com';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4160" lvl="0" marL="314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insert into BusinessCard values ('John2', 'Sadang-dong 448','123-4587', default, default); 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4160" lvl="0" marL="314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 * FROM BusinessCard;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4160" lvl="0" marL="314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ko-KR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 BusinessCard;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"/>
          <p:cNvSpPr txBox="1"/>
          <p:nvPr>
            <p:ph type="title"/>
          </p:nvPr>
        </p:nvSpPr>
        <p:spPr>
          <a:xfrm>
            <a:off x="609599" y="188890"/>
            <a:ext cx="10972799" cy="80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7EC"/>
              </a:buClr>
              <a:buSzPts val="3600"/>
              <a:buFont typeface="Malgun Gothic"/>
              <a:buNone/>
            </a:pPr>
            <a:r>
              <a:rPr b="1" lang="ko-KR">
                <a:latin typeface="Malgun Gothic"/>
                <a:ea typeface="Malgun Gothic"/>
                <a:cs typeface="Malgun Gothic"/>
                <a:sym typeface="Malgun Gothic"/>
              </a:rPr>
              <a:t>8. 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테이블의 컬럼 추가/수정/삭제(ALTER table)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86" name="Google Shape;286;p17"/>
          <p:cNvGraphicFramePr/>
          <p:nvPr/>
        </p:nvGraphicFramePr>
        <p:xfrm>
          <a:off x="226700" y="1500475"/>
          <a:ext cx="11738600" cy="3857050"/>
        </p:xfrm>
        <a:graphic>
          <a:graphicData uri="http://schemas.openxmlformats.org/drawingml/2006/table">
            <a:tbl>
              <a:tblPr>
                <a:noFill/>
                <a:tableStyleId>{627D8C8D-6B63-444A-A912-C9907D1FBD4D}</a:tableStyleId>
              </a:tblPr>
              <a:tblGrid>
                <a:gridCol w="2287900"/>
                <a:gridCol w="9450700"/>
              </a:tblGrid>
              <a:tr h="370850"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작업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SQL 쿼리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643900"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컬럼 추가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ALTER TABLE 테이블명 ADD COLUMN 컬럼명 자료형 속성</a:t>
                      </a:r>
                      <a:endParaRPr lang="ko-KR"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ALTER TABLE BusinessCard ADD COLUMN Age INT NOT NULL;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</a:tr>
              <a:tr h="370850"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컬럼 순서 지정 (AFTER / FIRST)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ALTER TABLE 테이블명 ADD COLUMN 컬럼명 자료형 AFTER 컬럼명;</a:t>
                      </a:r>
                      <a:endParaRPr lang="ko-KR"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ALTER TABLE BusinessCard ADD COLUMN BirthDate DATE AFTER Name;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</a:tr>
              <a:tr h="370850"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컬럼 수정 (MODIFY COLUMN)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ALTER TABLE 테이블명 MODIFY COLUMN 컬럼명 자료형 속성;</a:t>
                      </a:r>
                      <a:endParaRPr lang="ko-KR"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ALTER TABLE BusinessCard MODIFY COLUMN Name VARCHAR(100) NOT NULL;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</a:tr>
              <a:tr h="370850"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컬럼 이름 변경 (CHANGE COLUMN)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ALTER TABLE 테이블명 CHANGE COLUMN 기존컬럼명 새컬럼명 자료형;</a:t>
                      </a:r>
                      <a:endParaRPr lang="ko-KR"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ALTER TABLE BusinessCard CHANGE COLUMN Address Location VARCHAR(255);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</a:tr>
              <a:tr h="370850"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컬럼 삭제 (DROP COLUMN)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ALTER TABLE 테이블명 DROP COLUMN 컬럼명;</a:t>
                      </a:r>
                      <a:endParaRPr lang="ko-KR"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sz="1800" u="none" strike="noStrike" cap="none"/>
                        <a:t>ALTER TABLE BusinessCard DROP COLUMN Age;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직선">
  <a:themeElements>
    <a:clrScheme name="직선">
      <a:dk1>
        <a:srgbClr val="242424"/>
      </a:dk1>
      <a:lt1>
        <a:srgbClr val="ffffff"/>
      </a:lt1>
      <a:dk2>
        <a:srgbClr val="352b33"/>
      </a:dk2>
      <a:lt2>
        <a:srgbClr val="d6ccd4"/>
      </a:lt2>
      <a:accent1>
        <a:srgbClr val="846d7f"/>
      </a:accent1>
      <a:accent2>
        <a:srgbClr val="dc947e"/>
      </a:accent2>
      <a:accent3>
        <a:srgbClr val="d47a5e"/>
      </a:accent3>
      <a:accent4>
        <a:srgbClr val="e6cba0"/>
      </a:accent4>
      <a:accent5>
        <a:srgbClr val="cf9c49"/>
      </a:accent5>
      <a:accent6>
        <a:srgbClr val="ded97c"/>
      </a:accent6>
      <a:hlink>
        <a:srgbClr val="4a45ff"/>
      </a:hlink>
      <a:folHlink>
        <a:srgbClr val="be27b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rgbClr val="000000"/>
      </a:dk1>
      <a:lt1>
        <a:srgbClr val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397</ep:Words>
  <ep:PresentationFormat/>
  <ep:Paragraphs>170</ep:Paragraphs>
  <ep:Slides>17</ep:Slides>
  <ep:Notes>17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ep:HeadingPairs>
  <ep:TitlesOfParts>
    <vt:vector size="18" baseType="lpstr">
      <vt:lpstr>직선</vt:lpstr>
      <vt:lpstr>데이터 분석을 위한 SQL입문2</vt:lpstr>
      <vt:lpstr>Table of Contents</vt:lpstr>
      <vt:lpstr>1. 데이터베이스/스키마</vt:lpstr>
      <vt:lpstr>2. 테이블</vt:lpstr>
      <vt:lpstr>3. 데이터베이스 생성(CREATE)</vt:lpstr>
      <vt:lpstr>3. 데이터베이스 생성 확인(SHOW)</vt:lpstr>
      <vt:lpstr>4. 자료형(Data Types)</vt:lpstr>
      <vt:lpstr>5. 제약조건(Constraint)</vt:lpstr>
      <vt:lpstr>4. 자료형(Data Types)</vt:lpstr>
      <vt:lpstr>6. 테이블생성(CREATE table)</vt:lpstr>
      <vt:lpstr>6. 테이블생성(CREATE table)</vt:lpstr>
      <vt:lpstr>7. 테이블 수정, 제약조건 추가 삭제(ALTER table)</vt:lpstr>
      <vt:lpstr>7. 테이블 수정, 제약조건 추가 삭제(ALTER table)</vt:lpstr>
      <vt:lpstr>7. 테이블 수정, 제약조건 추가 삭제(ALTER table)</vt:lpstr>
      <vt:lpstr>7. 테이블 수정, 제약조건 추가 삭제(ALTER table)</vt:lpstr>
      <vt:lpstr>7. 테이블 수정, 제약조건 추가 삭제(ALTER table)</vt:lpstr>
      <vt:lpstr>8. 테이블의 컬럼 추가/수정/삭제(ALTER table)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2025-01-27T22:50:14.763</dcterms:created>
  <dc:creator>HSM</dc:creator>
  <cp:lastModifiedBy>haram</cp:lastModifiedBy>
  <dcterms:modified xsi:type="dcterms:W3CDTF">2025-12-22T07:28:07.017</dcterms:modified>
  <cp:revision>8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